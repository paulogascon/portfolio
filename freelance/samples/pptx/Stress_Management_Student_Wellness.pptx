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everyone. Today we examine stress management and mental wellness tailored specifically for tertiary students balancing academic rigor and personal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roadmap explores the biological roots of stress, early warning signals, practical daily decompression tools, and campus support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vital mental shift is recognizing that rest is not a reward. High performance in programming and technical disciplines requires cognitive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 examines how chronic academic deadlines activate prolonged cortisol releases that impair concentration and working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 indicates that over 60% of students suffer chronic exam fatigue, and sleep deprivation directly degrades technical memory encoding by 40%.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Wellness encompasses three synchronized pillars: cognitive rest away from screens, physical vitality, and authentic emotional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contrast sustainable high performance with toxic overwork that inevitably leads to emotional collapse and academic dropout.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 provides concrete, scientifically validated self-care tools students can execute every day on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four-step daily protocol restores balance: morning sunlight, deep-work micro-breaks, physical movement, and an evening digital curfew.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guard your health fiercely. Seek support when needed. Consistent daily balance will carry you further than frantic panic ever could.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time. Here are our verified psychological references from the APA, Stanford Medicine, and Jon Kabat-Zinn.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1E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ACADEMIC KEYNOTE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Stress Management &amp; Student Wellness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B703"/>
                </a:solidFill>
              </a:defRPr>
            </a:pPr>
            <a:r>
              <a:t>Building Cognitive Resilience, Emotional Balance, and Sustainable Academic 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Presented by: Jhon Paulo V. Gascon  •  BSIT 2G</a:t>
            </a:r>
            <a:br/>
            <a:r>
              <a:t>STI West Negros University  •  Academic Year 2026–2027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STRUCTURE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Presentation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2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B703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The Physiology of Stress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Understanding cortisol, fight-or-flight, and cognitive burnout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B703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Academic Burnout Signals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Identifying somatic, behavioral, and emotional warning signs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B703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Daily Resilience Tools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Box breathing, boundary setting, and intentional digital detox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B703"/>
                </a:solidFill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Building Campus Support Circles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Peer networks, counseling, and sustainable lifestyle pacing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Core Conceptual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3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32A66"/>
          </a:solidFill>
          <a:ln w="25400">
            <a:solidFill>
              <a:srgbClr val="1E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B703"/>
                </a:solidFill>
              </a:defRPr>
            </a:pPr>
            <a:r>
              <a:t>"Rest is not a reward you earn after collapse. It is a biological prerequisite for sustained excellence."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4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I: The Science of Academic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Why high-intensity coursework triggers neurological exhaustion.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EMPIRICAL EVIDENCE &amp;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Student Wellness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5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B703"/>
                </a:solidFill>
              </a:defRPr>
            </a:pPr>
            <a:r>
              <a:t>62%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College students reporting chronic academic fatigue during exam weeks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B703"/>
                </a:solidFill>
              </a:defRPr>
            </a:pPr>
            <a:r>
              <a:t>40%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Decline in working memory retention caused by sleep deprivation (&lt;6 hrs)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B703"/>
                </a:solidFill>
              </a:defRPr>
            </a:pPr>
            <a:r>
              <a:t>30 Min</a:t>
            </a:r>
          </a:p>
          <a:p>
            <a:pPr>
              <a:spcBef>
                <a:spcPts val="1600"/>
              </a:spcBef>
              <a:defRPr sz="1600">
                <a:solidFill>
                  <a:srgbClr val="FFFFFF"/>
                </a:solidFill>
              </a:defRPr>
            </a:pPr>
            <a:r>
              <a:t>Daily physical activity required to metabolize excess stress hormones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STRATEGIC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Three Dimensions of Student Wellness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6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1E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B703"/>
                </a:solidFill>
              </a:defRPr>
            </a:pPr>
            <a:r>
              <a:t>Cognitive Rest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Disengaging from technical screens to allow the brain's default mode network to consolidate concepts.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1E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B703"/>
                </a:solidFill>
              </a:defRPr>
            </a:pPr>
            <a:r>
              <a:t>Physical Vitality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Hydration, restorative sleep cycles, and daily movement to flush accumulated cortisol.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1E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B703"/>
                </a:solidFill>
              </a:defRPr>
            </a:pPr>
            <a:r>
              <a:t>Emotional Safety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Honest peer support groups where students share struggles without fear of judgment.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Healthy High Performance vs Chronic Burnout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7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114800"/>
          </a:xfrm>
          <a:prstGeom prst="roundRect">
            <a:avLst/>
          </a:prstGeom>
          <a:solidFill>
            <a:srgbClr val="132A66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B703"/>
                </a:solidFill>
              </a:defRPr>
            </a:pPr>
            <a:r>
              <a:t>Sustainable Student Habits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Prioritizes consistent 7-hour sleep schedules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Decomposes projects into structured milestones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Communicates boundaries and asks for help early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Views failure as constructive diagnostic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32A66"/>
          </a:solidFill>
          <a:ln w="25400">
            <a:solidFill>
              <a:srgbClr val="1E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5BFF"/>
                </a:solidFill>
              </a:defRPr>
            </a:pPr>
            <a:r>
              <a:t>The Path to Burnout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Prides self on all-night cramming sessions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Procrastinates until 2 AM deadline panic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Isolates self and masks emotional exhaustion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•  Equates self-worth entirely with letter grades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8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Part II: Tactical Self-Care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Daily actionable tools for emotional regulation and balance.</a:t>
            </a:r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EXECUTION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4-Step Daily Decompression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9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5BFF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Morning Reset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5 minutes of sunlight exposure and hydration before touching digital screens.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514600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5BFF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Micro-Breaks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Engage in boxed breathing between intensive 50-minute laboratory blocks.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514600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5BFF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Physical Movement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20 minutes of walking or stretching to relieve sedentary tension.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11680"/>
            <a:ext cx="2514600" cy="384048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5BFF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Night Curfew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Disconnect from social messaging notifications 45 minutes prior to sleep.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FINAL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Summary &amp; Personal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10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18872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B703"/>
                </a:solidFill>
              </a:defRPr>
            </a:pPr>
            <a:r>
              <a:t>Guard Your Energy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Academic grades are temporary; your mental and physical health is permanent.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118872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B703"/>
                </a:solidFill>
              </a:defRPr>
            </a:pPr>
            <a:r>
              <a:t>Normalize Seeking Help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Campus counselors and guidance faculty are partners in your success.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188720"/>
          </a:xfrm>
          <a:prstGeom prst="roundRect">
            <a:avLst/>
          </a:prstGeom>
          <a:solidFill>
            <a:srgbClr val="132A66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B703"/>
                </a:solidFill>
              </a:defRPr>
            </a:pPr>
            <a:r>
              <a:t>Take It One Day at a Time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</a:defRPr>
            </a:pPr>
            <a:r>
              <a:t>Consistency in small healthy habits outperforms frantic emergency cramming.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B703"/>
                </a:solidFill>
              </a:defRPr>
            </a:pPr>
            <a:r>
              <a:t>SCHOLARLY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Psychological References &amp; Literature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STI West Negros University  •  Jhon Paulo V. Gascon  •  Slide 11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32A66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American Psychological Association. (2022). College student mental health survey report. APA Center for Psychology.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Huberman, A. (2021). Neural mechanisms of stress, vision, and autonomic regulation. Stanford University School of Medicine.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 Kabat-Zinn, J. (2013). Full catastrophe living: Using the wisdom of your body and mind to face stress. Bantam Books.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