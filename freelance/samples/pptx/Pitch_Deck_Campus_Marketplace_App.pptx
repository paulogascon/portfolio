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afternoon investors and academic mentors. We are proud to pitch UniTrade—a secure peer-to-peer campus commerce network built specifically for college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four-point pitch deck structure: problem, solution, market validation, and business monetization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buy textbooks, uniforms, and calculators every semester. They deserve a verified, safe platform built exclusively for their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examine why generic marketplaces like Facebook Groups create severe safety and fraud risks for college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demonstrates that nearly four in five students trade second-hand gear, yet 42% experience cancellations, scams, or unsafe meetup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UniTrade solves safety with institutional email verification, monitored campus trade zones, and digital escrow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competitive advantage: complete safety and peer accountability vs unregulated, anonymous social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 presents our financial projections, business monetization model, and expansion trajectory across Western Visayas.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flow is frictionless: list in 30 seconds, lock payment into escrow, complete safe exchange in the library, and release 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UniTrade combines high student retention, viral word-of-mouth adoption, and a scalable software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 to our pitch. We are excited to answer questions from the investment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ACADEMIC KEYNOTE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UniTrade: The Campus Student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0B981"/>
                </a:solidFill>
              </a:defRPr>
            </a:pPr>
            <a:r>
              <a:t>A Secure, Verified Peer-to-Peer Trading Platform for College Communities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Presented by: Jhon Paulo V. Gascon  •  BSIT 2G</a:t>
            </a:r>
            <a:br/>
            <a:r>
              <a:t>STI West Negros University  •  Academic Year 2026–2027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STRUCTURE &amp;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Pitch Deck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2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The Student Commerce Problem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Unsafe public meetups and rampant Facebook marketplace scams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The UniTrade Solution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Verified student IDs, in-campus trading lockers, and escrow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Market Size &amp; Traction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Capturing 4,500+ active students across collegiate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Monetization &amp; Roadmap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Freemium listings, merchant deals, and regional university expansion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Core Conceptual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3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0B981"/>
                </a:solidFill>
              </a:defRPr>
            </a:pPr>
            <a:r>
              <a:t>"Student commerce shouldn't happen in sketchy street corners or unverified Facebook groups."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4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Part I: Market Friction &amp; Inefficiency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Why current social media marketplaces fail college students.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EMPIRICAL EVIDENCE &amp;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Unaddressed Campus Commerce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5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78%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Students who buy or sell second-hand textbooks and equipment annually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42%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Students reporting ghosting, late cancellations, or payment disputes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P3.2M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Estimated annual peer-to-peer trading volume across regional campus hubs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STRATEGIC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UniTrade's Three Core Safety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6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Verified Student ID Gate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Every trader is authenticated with their official institutional student email (.edu.ph).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Geo-Fenced Campus Lockers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Secure designated pickup stations located inside monitored university library lounges.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Integrated Micro-Escrow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GCash and Maya escrow holds buyer payment until physical item inspection is verified.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Competitive Landscape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7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UniTrade Verified Platform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Mandatory university email verification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Built-in buyer/seller reputation scores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Automated escrow prevents payment ghosting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Designated monitored campus exchange spots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Unregulated Social Groups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Anonymous profiles and burner accounts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Zero transaction history or accountability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Pre-payment fraud and fake delivery slips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Unsafe street meetups after class hours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8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Part II: Financial Feasibility &amp;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Scalable revenue streams and regional rollout strategy.</a:t>
            </a:r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EXECUTION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User Transaction Flow in UniTrade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9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List in 30 Seconds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Snap photo, set student price, tag target subject course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5146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In-App Student Offer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Verified peer initiates offer; funds lock into secure escrow.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011680"/>
            <a:ext cx="25146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Campus Hub Handover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Meet at designated university library locker station for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011680"/>
            <a:ext cx="25146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One-Tap Release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Buyer approves condition; escrow immediately disburses funds.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FINAL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Investment Summary &amp; 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10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High Retention Loop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Students trade each semester during textbook changes and graduation cleanouts.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728655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Low Customer Acquisition Cost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Direct campus influencer circles and university club partnerships.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548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Scalable Multi-Campus Model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Easily deployed to sister STI and collegiate campuses nationwide.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SCHOLARLY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Market Validation &amp; Demographic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11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Commission on Higher Education. (2023). Western Visayas higher education enrollment statistical compendium. CHED Region VI.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Statista Research. (2023). Peer-to-peer e-commerce and second-hand marketplace adoption among Gen Z consumers. Statista Reports.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We Are Social &amp; Meltwater. (2024). Digital 2024: The Philippines e-commerce overview. Global Digital Insights.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